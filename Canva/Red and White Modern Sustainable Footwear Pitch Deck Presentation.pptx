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</p:sldIdLst>
  <p:sldSz cx="18288000" cy="10287000"/>
  <p:notesSz cx="6858000" cy="9144000"/>
  <p:embeddedFontLst>
    <p:embeddedFont>
      <p:font typeface="Canva Sans Bold" charset="1" panose="020B0803030501040103"/>
      <p:regular r:id="rId8"/>
    </p:embeddedFont>
    <p:embeddedFont>
      <p:font typeface="Canva Sans" charset="1" panose="020B0503030501040103"/>
      <p:regular r:id="rId9"/>
    </p:embeddedFont>
    <p:embeddedFont>
      <p:font typeface="Norwester" charset="1" panose="0000050600000000000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027630" y="0"/>
            <a:ext cx="15888125" cy="10287000"/>
            <a:chOff x="0" y="0"/>
            <a:chExt cx="941519" cy="6096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41518" cy="609600"/>
            </a:xfrm>
            <a:custGeom>
              <a:avLst/>
              <a:gdLst/>
              <a:ahLst/>
              <a:cxnLst/>
              <a:rect r="r" b="b" t="t" l="l"/>
              <a:pathLst>
                <a:path h="609600" w="941518">
                  <a:moveTo>
                    <a:pt x="73831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941518" y="609600"/>
                  </a:lnTo>
                  <a:lnTo>
                    <a:pt x="738318" y="0"/>
                  </a:lnTo>
                  <a:close/>
                </a:path>
              </a:pathLst>
            </a:custGeom>
            <a:solidFill>
              <a:srgbClr val="10377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101600" y="-47625"/>
              <a:ext cx="738319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482279" y="0"/>
            <a:ext cx="3784701" cy="5560273"/>
            <a:chOff x="0" y="0"/>
            <a:chExt cx="414935" cy="609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14935" cy="609600"/>
            </a:xfrm>
            <a:custGeom>
              <a:avLst/>
              <a:gdLst/>
              <a:ahLst/>
              <a:cxnLst/>
              <a:rect r="r" b="b" t="t" l="l"/>
              <a:pathLst>
                <a:path h="609600" w="414935">
                  <a:moveTo>
                    <a:pt x="21173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414935" y="609600"/>
                  </a:lnTo>
                  <a:lnTo>
                    <a:pt x="211735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657A7">
                    <a:alpha val="100000"/>
                  </a:srgbClr>
                </a:gs>
                <a:gs pos="100000">
                  <a:srgbClr val="2657A9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11735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811761" y="0"/>
            <a:ext cx="7373788" cy="10833163"/>
            <a:chOff x="0" y="0"/>
            <a:chExt cx="414935" cy="6096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14935" cy="609600"/>
            </a:xfrm>
            <a:custGeom>
              <a:avLst/>
              <a:gdLst/>
              <a:ahLst/>
              <a:cxnLst/>
              <a:rect r="r" b="b" t="t" l="l"/>
              <a:pathLst>
                <a:path h="609600" w="414935">
                  <a:moveTo>
                    <a:pt x="21173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414935" y="609600"/>
                  </a:lnTo>
                  <a:lnTo>
                    <a:pt x="211735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756A2">
                    <a:alpha val="100000"/>
                  </a:srgbClr>
                </a:gs>
                <a:gs pos="100000">
                  <a:srgbClr val="2554A2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11735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-1993130" y="8969559"/>
            <a:ext cx="22274259" cy="1317441"/>
            <a:chOff x="0" y="0"/>
            <a:chExt cx="10306640" cy="6096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306641" cy="609600"/>
            </a:xfrm>
            <a:custGeom>
              <a:avLst/>
              <a:gdLst/>
              <a:ahLst/>
              <a:cxnLst/>
              <a:rect r="r" b="b" t="t" l="l"/>
              <a:pathLst>
                <a:path h="609600" w="10306641">
                  <a:moveTo>
                    <a:pt x="10103441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10306641" y="609600"/>
                  </a:lnTo>
                  <a:lnTo>
                    <a:pt x="10103441" y="0"/>
                  </a:lnTo>
                  <a:close/>
                </a:path>
              </a:pathLst>
            </a:custGeom>
            <a:solidFill>
              <a:srgbClr val="F5F5F5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10103440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4741092" y="8379965"/>
            <a:ext cx="16230600" cy="3591020"/>
          </a:xfrm>
          <a:custGeom>
            <a:avLst/>
            <a:gdLst/>
            <a:ahLst/>
            <a:cxnLst/>
            <a:rect r="r" b="b" t="t" l="l"/>
            <a:pathLst>
              <a:path h="3591020" w="16230600">
                <a:moveTo>
                  <a:pt x="0" y="0"/>
                </a:moveTo>
                <a:lnTo>
                  <a:pt x="16230600" y="0"/>
                </a:lnTo>
                <a:lnTo>
                  <a:pt x="16230600" y="3591021"/>
                </a:lnTo>
                <a:lnTo>
                  <a:pt x="0" y="35910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0000"/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 flipV="true">
            <a:off x="17240250" y="6340403"/>
            <a:ext cx="19050" cy="217858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7" id="17"/>
          <p:cNvSpPr/>
          <p:nvPr/>
        </p:nvSpPr>
        <p:spPr>
          <a:xfrm flipH="true" flipV="false" rot="-2210644">
            <a:off x="6835948" y="2564335"/>
            <a:ext cx="11004439" cy="5158331"/>
          </a:xfrm>
          <a:custGeom>
            <a:avLst/>
            <a:gdLst/>
            <a:ahLst/>
            <a:cxnLst/>
            <a:rect r="r" b="b" t="t" l="l"/>
            <a:pathLst>
              <a:path h="5158331" w="11004439">
                <a:moveTo>
                  <a:pt x="11004439" y="0"/>
                </a:moveTo>
                <a:lnTo>
                  <a:pt x="0" y="0"/>
                </a:lnTo>
                <a:lnTo>
                  <a:pt x="0" y="5158330"/>
                </a:lnTo>
                <a:lnTo>
                  <a:pt x="11004439" y="5158330"/>
                </a:lnTo>
                <a:lnTo>
                  <a:pt x="11004439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3695235" y="6883090"/>
            <a:ext cx="4520511" cy="643797"/>
            <a:chOff x="0" y="0"/>
            <a:chExt cx="4280393" cy="609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280393" cy="609600"/>
            </a:xfrm>
            <a:custGeom>
              <a:avLst/>
              <a:gdLst/>
              <a:ahLst/>
              <a:cxnLst/>
              <a:rect r="r" b="b" t="t" l="l"/>
              <a:pathLst>
                <a:path h="609600" w="4280393">
                  <a:moveTo>
                    <a:pt x="4077193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4280393" y="609600"/>
                  </a:lnTo>
                  <a:lnTo>
                    <a:pt x="4077193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B82F6">
                    <a:alpha val="100000"/>
                  </a:srgbClr>
                </a:gs>
                <a:gs pos="100000">
                  <a:srgbClr val="3B82F6">
                    <a:alpha val="25000"/>
                  </a:srgbClr>
                </a:gs>
              </a:gsLst>
              <a:lin ang="0"/>
            </a:gradFill>
            <a:ln w="19050" cap="sq">
              <a:solidFill>
                <a:srgbClr val="F5F5F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101600" y="-47625"/>
              <a:ext cx="4077193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  <a:r>
                <a:rPr lang="en-US" b="true" sz="2499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Evaluativa 7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3520165" y="7346229"/>
            <a:ext cx="352760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59"/>
              </a:lnSpc>
              <a:spcBef>
                <a:spcPct val="0"/>
              </a:spcBef>
            </a:pPr>
            <a:r>
              <a:rPr lang="en-US" sz="1899" spc="9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Adrián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520165" y="7771000"/>
            <a:ext cx="352760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59"/>
              </a:lnSpc>
              <a:spcBef>
                <a:spcPct val="0"/>
              </a:spcBef>
            </a:pPr>
            <a:r>
              <a:rPr lang="en-US" sz="1899" spc="9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Katya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4980733"/>
            <a:ext cx="8640893" cy="17970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300"/>
              </a:lnSpc>
            </a:pPr>
            <a:r>
              <a:rPr lang="en-US" sz="14000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TOP-LACES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535328" y="7036713"/>
            <a:ext cx="988457" cy="355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49"/>
              </a:lnSpc>
            </a:pPr>
            <a:r>
              <a:rPr lang="en-US" b="true" sz="2499" spc="224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SISIN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520165" y="8195772"/>
            <a:ext cx="352760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59"/>
              </a:lnSpc>
              <a:spcBef>
                <a:spcPct val="0"/>
              </a:spcBef>
            </a:pPr>
            <a:r>
              <a:rPr lang="en-US" sz="1899" spc="9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Johansel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520165" y="6918239"/>
            <a:ext cx="352760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59"/>
              </a:lnSpc>
              <a:spcBef>
                <a:spcPct val="0"/>
              </a:spcBef>
            </a:pPr>
            <a:r>
              <a:rPr lang="en-US" sz="1899" spc="9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Daniel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520165" y="6490249"/>
            <a:ext cx="352760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659"/>
              </a:lnSpc>
              <a:spcBef>
                <a:spcPct val="0"/>
              </a:spcBef>
            </a:pPr>
            <a:r>
              <a:rPr lang="en-US" sz="1899" spc="9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David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76501" y="0"/>
            <a:ext cx="13716000" cy="10287000"/>
            <a:chOff x="0" y="0"/>
            <a:chExt cx="812800" cy="609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113B7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0160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333806" y="0"/>
            <a:ext cx="10196111" cy="9474743"/>
            <a:chOff x="0" y="0"/>
            <a:chExt cx="656012" cy="6096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6012" cy="609600"/>
            </a:xfrm>
            <a:custGeom>
              <a:avLst/>
              <a:gdLst/>
              <a:ahLst/>
              <a:cxnLst/>
              <a:rect r="r" b="b" t="t" l="l"/>
              <a:pathLst>
                <a:path h="609600" w="656012">
                  <a:moveTo>
                    <a:pt x="452812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656012" y="609600"/>
                  </a:lnTo>
                  <a:lnTo>
                    <a:pt x="452812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757A4">
                    <a:alpha val="100000"/>
                  </a:srgbClr>
                </a:gs>
                <a:gs pos="100000">
                  <a:srgbClr val="295BAD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7" id="7"/>
            <p:cNvSpPr txBox="true"/>
            <p:nvPr/>
          </p:nvSpPr>
          <p:spPr>
            <a:xfrm>
              <a:off x="101600" y="-47625"/>
              <a:ext cx="452812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15696006" y="2194289"/>
            <a:ext cx="5520401" cy="8110268"/>
            <a:chOff x="0" y="0"/>
            <a:chExt cx="414935" cy="609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4935" cy="609600"/>
            </a:xfrm>
            <a:custGeom>
              <a:avLst/>
              <a:gdLst/>
              <a:ahLst/>
              <a:cxnLst/>
              <a:rect r="r" b="b" t="t" l="l"/>
              <a:pathLst>
                <a:path h="609600" w="414935">
                  <a:moveTo>
                    <a:pt x="21173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414935" y="609600"/>
                  </a:lnTo>
                  <a:lnTo>
                    <a:pt x="211735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3B82F6">
                    <a:alpha val="100000"/>
                  </a:srgbClr>
                </a:gs>
                <a:gs pos="100000">
                  <a:srgbClr val="295CAF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101600" y="-47625"/>
              <a:ext cx="211735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-10800000">
            <a:off x="3419148" y="2194289"/>
            <a:ext cx="5520401" cy="8110268"/>
            <a:chOff x="0" y="0"/>
            <a:chExt cx="414935" cy="609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14935" cy="609600"/>
            </a:xfrm>
            <a:custGeom>
              <a:avLst/>
              <a:gdLst/>
              <a:ahLst/>
              <a:cxnLst/>
              <a:rect r="r" b="b" t="t" l="l"/>
              <a:pathLst>
                <a:path h="609600" w="414935">
                  <a:moveTo>
                    <a:pt x="21173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414935" y="609600"/>
                  </a:lnTo>
                  <a:lnTo>
                    <a:pt x="211735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22509B">
                    <a:alpha val="100000"/>
                  </a:srgbClr>
                </a:gs>
                <a:gs pos="100000">
                  <a:srgbClr val="285AAB">
                    <a:alpha val="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101600" y="-47625"/>
              <a:ext cx="211735" cy="657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36859" y="2527454"/>
            <a:ext cx="1213452" cy="910089"/>
            <a:chOff x="0" y="0"/>
            <a:chExt cx="812800" cy="609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10160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 spc="94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7321700" y="3697369"/>
            <a:ext cx="1213452" cy="910089"/>
            <a:chOff x="0" y="0"/>
            <a:chExt cx="812800" cy="609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10160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 spc="94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706540" y="4867285"/>
            <a:ext cx="1213452" cy="910089"/>
            <a:chOff x="0" y="0"/>
            <a:chExt cx="812800" cy="6096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0160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 spc="94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03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091381" y="6037200"/>
            <a:ext cx="1213452" cy="910089"/>
            <a:chOff x="0" y="0"/>
            <a:chExt cx="812800" cy="609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609600"/>
            </a:xfrm>
            <a:custGeom>
              <a:avLst/>
              <a:gdLst/>
              <a:ahLst/>
              <a:cxnLst/>
              <a:rect r="r" b="b" t="t" l="l"/>
              <a:pathLst>
                <a:path h="609600" w="812800">
                  <a:moveTo>
                    <a:pt x="609600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12800" y="60960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101600" y="-38100"/>
              <a:ext cx="609600" cy="647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 spc="94">
                  <a:solidFill>
                    <a:srgbClr val="FFFFFF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04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28700" y="4792104"/>
            <a:ext cx="5214371" cy="12890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499"/>
              </a:lnSpc>
            </a:pPr>
            <a:r>
              <a:rPr lang="en-US" sz="9999">
                <a:solidFill>
                  <a:srgbClr val="FFFFFF"/>
                </a:solidFill>
                <a:latin typeface="Norwester"/>
                <a:ea typeface="Norwester"/>
                <a:cs typeface="Norwester"/>
                <a:sym typeface="Norwester"/>
              </a:rPr>
              <a:t>INDICE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445337" y="2768881"/>
            <a:ext cx="6768450" cy="45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55"/>
              </a:lnSpc>
            </a:pPr>
            <a:r>
              <a:rPr lang="en-US" b="true" sz="3232" spc="290">
                <a:solidFill>
                  <a:srgbClr val="250B0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Wireframe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830178" y="3938796"/>
            <a:ext cx="6768450" cy="45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55"/>
              </a:lnSpc>
            </a:pPr>
            <a:r>
              <a:rPr lang="en-US" b="true" sz="3232" spc="290">
                <a:solidFill>
                  <a:srgbClr val="250B0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Mockup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215018" y="5108711"/>
            <a:ext cx="6768450" cy="45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55"/>
              </a:lnSpc>
            </a:pPr>
            <a:r>
              <a:rPr lang="en-US" b="true" sz="3232" spc="29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Página web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599859" y="6278626"/>
            <a:ext cx="6768450" cy="455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555"/>
              </a:lnSpc>
            </a:pPr>
            <a:r>
              <a:rPr lang="en-US" b="true" sz="3232" spc="290">
                <a:solidFill>
                  <a:srgbClr val="250B0B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DAHIOql7J0o</dc:identifier>
  <dcterms:modified xsi:type="dcterms:W3CDTF">2011-08-01T06:04:30Z</dcterms:modified>
  <cp:revision>1</cp:revision>
  <dc:title>Red and White Modern Sustainable Footwear Pitch Deck Presentation</dc:title>
</cp:coreProperties>
</file>